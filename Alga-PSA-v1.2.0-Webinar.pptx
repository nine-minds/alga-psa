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1.2.0, codename Connected Stack, shipped June 16 2026. The release connects Alga to the rest of the MSP tool stack and adds self-hosting.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themes. Integrations lead the release; we also added self-hosting, two ticketing rules engines, integration-aware workflows, and a mobile update. EE marks Enterprise Edition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flagship integration. A single provider-agnostic pipeline handles every source, so there's no per-vendor glue code. De-duplication matters most: one incident becomes one ticket even when several tools alert. Four sources ship at launch: NinjaOne, Tactical RMM, and Level.io for RMM, plus Huntress for security and EDR.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more integrations. QuickBooks regains a live OAuth connection with two-way sync. Teams meetings attach to interactions. Hudu brings documentation in. The MCP server lets AI assistants talk to Alga; it's a preview behind a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Self-hosting is Enterprise. Walk the four steps: register for an install code, redeem it during setup, manage the license in-app, and let it check in automatically. A license binds to one installation.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rules engines. Inbound Email Rules act at intake; Close Rules act at the finish line with checklists, blocked-close, and auto-close. The AI classifier is 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Workflows can now act through connected integrations, with dedicated modules and NinjaOne script execution. The editor warns when an integration isn't connected. The data store lets a workflow carry structured data across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Technician quality-of-life updates: personal to-dos, an editable schedule, current-period time, read-only shared activity views, and logging time on bundled child tickets. That last one was a frequent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the hood: login rate-limiting and captcha, hardened OAuth and sessions, API hardening, and Temporal as the only workflow engine. Public API coverage expands and Citus operations are hardened.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build 26. The headline is the configurable host: point the app at a self-hosted server by QR or URL. It also adds drawer navigation, clients and contacts, time and schedule, tags and filters, and an iOS 26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on the three verbs: connect, self-host, automate. Point people to the GitHub repo and product page, then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4D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23360" cy="6858000"/>
          </a:xfrm>
          <a:prstGeom prst="rect">
            <a:avLst/>
          </a:prstGeom>
          <a:solidFill>
            <a:srgbClr val="7A3CE0"/>
          </a:solidFill>
          <a:ln/>
        </p:spPr>
      </p:sp>
      <p:sp>
        <p:nvSpPr>
          <p:cNvPr id="3" name="Text 1"/>
          <p:cNvSpPr/>
          <p:nvPr/>
        </p:nvSpPr>
        <p:spPr>
          <a:xfrm>
            <a:off x="8549640" y="914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v1.2.0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567928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CFF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connected stack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49640" y="2697480"/>
            <a:ext cx="1499616" cy="402336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9640" y="269748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RMM Alerts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177272" y="2697480"/>
            <a:ext cx="1499616" cy="402336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77272" y="269748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QuickBooks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49640" y="3246120"/>
            <a:ext cx="1499616" cy="402336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324612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177272" y="3246120"/>
            <a:ext cx="1499616" cy="402336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77272" y="324612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Teams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49640" y="3794760"/>
            <a:ext cx="1499616" cy="402336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379476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77272" y="3794760"/>
            <a:ext cx="1499616" cy="402336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77272" y="379476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566928" cy="640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3504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Alga PSA</a:t>
            </a:r>
            <a:endParaRPr lang="en-US" sz="5600" dirty="0"/>
          </a:p>
        </p:txBody>
      </p:sp>
      <p:sp>
        <p:nvSpPr>
          <p:cNvPr id="19" name="Text 16"/>
          <p:cNvSpPr/>
          <p:nvPr/>
        </p:nvSpPr>
        <p:spPr>
          <a:xfrm>
            <a:off x="64008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CF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Stack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40080" y="347472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BE3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open-source PSA for MSPs. Release 1.2.0 connects Alga to the tools your team already runs. You can also host it yourself.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008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C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Nine Minds   ·   Released June 16,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RELEASE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alga psa  /  v1.2.0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in v1.2.0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1.2.0 connects Alga to the surrounding MSP stack: RMM, accounting, documentation, chat, and AI. It also adds the option to run the platform on your own infrastructure.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3474720" cy="1591056"/>
          </a:xfrm>
          <a:prstGeom prst="roundRect">
            <a:avLst>
              <a:gd name="adj" fmla="val 5747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060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72674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328269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Alerts, accounting, meetings, documentation, and AI assistants connect through dedicated integrations.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61688" y="2331720"/>
            <a:ext cx="3474720" cy="1591056"/>
          </a:xfrm>
          <a:prstGeom prst="roundRect">
            <a:avLst>
              <a:gd name="adj" fmla="val 5747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36008" y="26060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09" y="272674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85816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 (EE)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54296" y="328269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Alga on your own infrastructure and manage the license from inside the app.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83296" y="2331720"/>
            <a:ext cx="3474720" cy="1591056"/>
          </a:xfrm>
          <a:prstGeom prst="roundRect">
            <a:avLst>
              <a:gd name="adj" fmla="val 5747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57616" y="26060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317" y="272674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07424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Close Rules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75904" y="328269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Per-board close requirements, checklists, and an engine that closes stale tickets.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" y="4114800"/>
            <a:ext cx="3474720" cy="1591056"/>
          </a:xfrm>
          <a:prstGeom prst="roundRect">
            <a:avLst>
              <a:gd name="adj" fmla="val 5747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4400" y="43891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50982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64208" y="4389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Inbound Email Rules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2688" y="506577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rules engine routes and triages inbound email, with an optional AI classifier.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61688" y="4114800"/>
            <a:ext cx="3474720" cy="1591056"/>
          </a:xfrm>
          <a:prstGeom prst="roundRect">
            <a:avLst>
              <a:gd name="adj" fmla="val 5747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36008" y="43891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09" y="450982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85816" y="4389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 Workflows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4654296" y="506577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 act through connected integrations and persist data across runs.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083296" y="4114800"/>
            <a:ext cx="3474720" cy="1591056"/>
          </a:xfrm>
          <a:prstGeom prst="roundRect">
            <a:avLst>
              <a:gd name="adj" fmla="val 5747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57616" y="43891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8317" y="4509821"/>
            <a:ext cx="307238" cy="30723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07424" y="4389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v1.2.0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8375904" y="5065776"/>
            <a:ext cx="2907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connects to self-hosted servers and adds clients, tags, time, and schedule.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INTEGRATIONS / FLAGSHIP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alga psa  /  v1.2.0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841248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8A4D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851" y="974019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841248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RMM &amp; Security Alert Management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10058400" y="969264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FFF1E0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0" y="969264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67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provider-agnostic pipeline converts alerts from your RMM and security tools into tickets. It needs no per-vendor glue code.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286000"/>
            <a:ext cx="5943600" cy="3886200"/>
          </a:xfrm>
          <a:prstGeom prst="roundRect">
            <a:avLst>
              <a:gd name="adj" fmla="val 2353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2523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2980944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rules decide which alerts become tickets.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windows suppress alerts during planned work.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Multi-source de-duplication keeps one incident to a single ticket.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 polling pulls from each source on an interval.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12280" y="2286000"/>
            <a:ext cx="4709160" cy="3886200"/>
          </a:xfrm>
          <a:prstGeom prst="roundRect">
            <a:avLst>
              <a:gd name="adj" fmla="val 2353"/>
            </a:avLst>
          </a:prstGeom>
          <a:solidFill>
            <a:srgbClr val="F3F0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2523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Supported sources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086600" y="3017520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69480" y="30175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NinjaOne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098280" y="3017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RMM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086600" y="3730752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69480" y="373075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Tactical RMM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098280" y="37307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RMM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086600" y="4443984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269480" y="44439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Level.io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098280" y="44439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RMM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086600" y="5157216"/>
            <a:ext cx="4160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69480" y="515721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Huntress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098280" y="51572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/ EDR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alga psa  /  v1.2.0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ways to connect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Accounting, meetings, documentation, and AI assistants each connect through a dedicated integration.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4688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58958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24688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QuickBooks Live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3127248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live OAuth connection keeps invoices, credit memos, and payments in sync both ways. It also adds class tracking, multi-realm support, void propagation, and a guided reconciliation wizard.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355080" y="2194560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29400" y="24688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258958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79208" y="24688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Teams Meetings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10424160" y="2578608"/>
            <a:ext cx="411480" cy="292608"/>
          </a:xfrm>
          <a:prstGeom prst="roundRect">
            <a:avLst>
              <a:gd name="adj" fmla="val 50000"/>
            </a:avLst>
          </a:prstGeom>
          <a:solidFill>
            <a:srgbClr val="FFF1E0"/>
          </a:solidFill>
          <a:ln/>
        </p:spPr>
      </p:sp>
      <p:sp>
        <p:nvSpPr>
          <p:cNvPr id="17" name="Text 13"/>
          <p:cNvSpPr/>
          <p:nvPr/>
        </p:nvSpPr>
        <p:spPr>
          <a:xfrm>
            <a:off x="10424160" y="25786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67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EE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647688" y="3127248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capture and schedule Teams meetings from interactions. The integration adds an attendee picker, calendar-backed events, recording playback, and an admin diagnostics panel.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" y="4224528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" y="449884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4619549"/>
            <a:ext cx="307238" cy="30723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64208" y="44988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Hudu IT Docs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709160" y="4608576"/>
            <a:ext cx="411480" cy="292608"/>
          </a:xfrm>
          <a:prstGeom prst="roundRect">
            <a:avLst>
              <a:gd name="adj" fmla="val 50000"/>
            </a:avLst>
          </a:prstGeom>
          <a:solidFill>
            <a:srgbClr val="FFF1E0"/>
          </a:solidFill>
          <a:ln/>
        </p:spPr>
      </p:sp>
      <p:sp>
        <p:nvSpPr>
          <p:cNvPr id="24" name="Text 19"/>
          <p:cNvSpPr/>
          <p:nvPr/>
        </p:nvSpPr>
        <p:spPr>
          <a:xfrm>
            <a:off x="4709160" y="460857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67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EE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932688" y="5157216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Pull Hudu assets, knowledge-base articles, and audited passwords into client and document views. Sync runs on demand and flags stale records.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355080" y="4224528"/>
            <a:ext cx="5166360" cy="1874520"/>
          </a:xfrm>
          <a:prstGeom prst="roundRect">
            <a:avLst>
              <a:gd name="adj" fmla="val 4878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629400" y="449884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4619549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379208" y="4498848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10424160" y="4608576"/>
            <a:ext cx="800100" cy="292608"/>
          </a:xfrm>
          <a:prstGeom prst="roundRect">
            <a:avLst>
              <a:gd name="adj" fmla="val 50000"/>
            </a:avLst>
          </a:prstGeom>
          <a:solidFill>
            <a:srgbClr val="FFF1E0"/>
          </a:solidFill>
          <a:ln/>
        </p:spPr>
      </p:sp>
      <p:sp>
        <p:nvSpPr>
          <p:cNvPr id="31" name="Text 25"/>
          <p:cNvSpPr/>
          <p:nvPr/>
        </p:nvSpPr>
        <p:spPr>
          <a:xfrm>
            <a:off x="10424160" y="4608576"/>
            <a:ext cx="8001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67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PREVIEW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647688" y="5157216"/>
            <a:ext cx="4599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AI assistants to Alga over the Model Context Protocol. CE ships a local connector, and EE ships a governed remote server.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&amp; IMPROVED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alga psa  /  v1.2.0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841248"/>
            <a:ext cx="603504" cy="603504"/>
          </a:xfrm>
          <a:prstGeom prst="roundRect">
            <a:avLst>
              <a:gd name="adj" fmla="val 13636"/>
            </a:avLst>
          </a:prstGeom>
          <a:solidFill>
            <a:srgbClr val="8A4D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851" y="974019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841248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 (On-Premise) Deployment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10058400" y="969264"/>
            <a:ext cx="1033272" cy="292608"/>
          </a:xfrm>
          <a:prstGeom prst="roundRect">
            <a:avLst>
              <a:gd name="adj" fmla="val 50000"/>
            </a:avLst>
          </a:prstGeom>
          <a:solidFill>
            <a:srgbClr val="FFF1E0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0" y="969264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67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Alga on your own infrastructure. Register to get an install code. The built-in License page manages the deployment from there.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514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807208"/>
            <a:ext cx="658368" cy="658368"/>
          </a:xfrm>
          <a:prstGeom prst="ellipse">
            <a:avLst/>
          </a:prstGeom>
          <a:solidFill>
            <a:srgbClr val="40CFF9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14400" y="3630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14400" y="4105656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to receive a unique install code.</a:t>
            </a:r>
            <a:endParaRPr lang="en-US" sz="11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2990088"/>
            <a:ext cx="292608" cy="29260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447288" y="2514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21608" y="2807208"/>
            <a:ext cx="658368" cy="658368"/>
          </a:xfrm>
          <a:prstGeom prst="ellipse">
            <a:avLst/>
          </a:prstGeom>
          <a:solidFill>
            <a:srgbClr val="40CFF9"/>
          </a:solidFill>
          <a:ln/>
        </p:spPr>
      </p:sp>
      <p:sp>
        <p:nvSpPr>
          <p:cNvPr id="19" name="Text 15"/>
          <p:cNvSpPr/>
          <p:nvPr/>
        </p:nvSpPr>
        <p:spPr>
          <a:xfrm>
            <a:off x="3721608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3721608" y="3630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Redeem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721608" y="4105656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Redeem the code during guided setup.</a:t>
            </a:r>
            <a:endParaRPr lang="en-US" sz="11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2990088"/>
            <a:ext cx="292608" cy="29260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254496" y="2514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28816" y="2807208"/>
            <a:ext cx="658368" cy="658368"/>
          </a:xfrm>
          <a:prstGeom prst="ellipse">
            <a:avLst/>
          </a:prstGeom>
          <a:solidFill>
            <a:srgbClr val="40CFF9"/>
          </a:solidFill>
          <a:ln/>
        </p:spPr>
      </p:sp>
      <p:sp>
        <p:nvSpPr>
          <p:cNvPr id="25" name="Text 20"/>
          <p:cNvSpPr/>
          <p:nvPr/>
        </p:nvSpPr>
        <p:spPr>
          <a:xfrm>
            <a:off x="6528816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6528816" y="3630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528816" y="4105656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seats, tier, and renewal from the License page.</a:t>
            </a:r>
            <a:endParaRPr lang="en-US" sz="11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104" y="2990088"/>
            <a:ext cx="292608" cy="29260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061704" y="251460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336024" y="2807208"/>
            <a:ext cx="658368" cy="658368"/>
          </a:xfrm>
          <a:prstGeom prst="ellipse">
            <a:avLst/>
          </a:prstGeom>
          <a:solidFill>
            <a:srgbClr val="40CFF9"/>
          </a:solidFill>
          <a:ln/>
        </p:spPr>
      </p:sp>
      <p:sp>
        <p:nvSpPr>
          <p:cNvPr id="31" name="Text 25"/>
          <p:cNvSpPr/>
          <p:nvPr/>
        </p:nvSpPr>
        <p:spPr>
          <a:xfrm>
            <a:off x="9336024" y="28072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600" dirty="0"/>
          </a:p>
        </p:txBody>
      </p:sp>
      <p:sp>
        <p:nvSpPr>
          <p:cNvPr id="32" name="Text 26"/>
          <p:cNvSpPr/>
          <p:nvPr/>
        </p:nvSpPr>
        <p:spPr>
          <a:xfrm>
            <a:off x="9336024" y="36301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current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9336024" y="4105656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license binds to one install and checks in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 &amp; IMPROVED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alga psa  /  v1.2.0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rules engines for ticketing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Inbound Email Rules triage tickets at intake; Ticket Close Rules govern how they close.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146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8A4D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124" y="263932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91056" y="25146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Ticket Close Rules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29184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Per-board close requirements use checklist templates.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blocked-close dialog appears when prerequisites aren't met.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auto-close engine scans, warns, and closes stale tickets.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Gated behind a feature flag.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2240280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25146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8A4D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964" y="2639324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68896" y="25146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Inbound Email Rules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492240" y="32918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rules engine routes and triages inbound email.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name aliases improve sender matching.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optional AI classifier (EE) categorizes messages.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AlgaPSA recovers the real sender when a mailing list rewrites the From address.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alga psa  /  v1.2.0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Integration-aware workflows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Workflows act through your connected integrations and carry structured data between runs.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5943600" cy="3931920"/>
          </a:xfrm>
          <a:prstGeom prst="roundRect">
            <a:avLst>
              <a:gd name="adj" fmla="val 2326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146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8A4D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124" y="2639324"/>
            <a:ext cx="317480" cy="317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91056" y="25146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through integrations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329184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modules cover Tactical RMM, Level.io, Huntress, and Microsoft Teams.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NinjaOne script execution runs from inside a workflow.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editor flags steps whose integration isn't connected, so automations don't fail silently.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12280" y="2240280"/>
            <a:ext cx="4709160" cy="3931920"/>
          </a:xfrm>
          <a:prstGeom prst="roundRect">
            <a:avLst>
              <a:gd name="adj" fmla="val 2326"/>
            </a:avLst>
          </a:prstGeom>
          <a:solidFill>
            <a:srgbClr val="F3F0FB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86600" y="251460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8A4D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324" y="2639324"/>
            <a:ext cx="317480" cy="317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63256" y="25146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Data Store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086600" y="329184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 and reference structured data across runs.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Typed fields, including soft enums.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 metadata managed in the designer.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Expired entries are cleaned up automatically.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DAY-TO-DAY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alga psa  /  v1.2.0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activities &amp; time tracking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tools help technicians manage their own work.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603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68102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to-dos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323697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ad-hoc personal to-dos alongside assigned work.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61688" y="228600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36008" y="25603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09" y="26810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85816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page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54296" y="323697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ticket and ad-hoc entries from a single schedule view.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83296" y="228600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57616" y="25603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317" y="268102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07424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Current-period time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75904" y="323697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the current period's time entries on a dedicated page.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" y="42062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4400" y="44805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60126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64208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visibility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2688" y="515721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another user's grouped activities in read-only mode.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61688" y="42062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36008" y="44805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09" y="460126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85816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on bundled tickets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4654296" y="515721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 time directly on bundled child tickets, not just the parent.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083296" y="42062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3F0FB"/>
          </a:solidFill>
          <a:ln w="12700">
            <a:solidFill>
              <a:srgbClr val="8A4DE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357616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ALSO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8357616" y="47731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 multiple project tasks at once, and Kanban drag-and-drop is smoother.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alga psa  /  v1.2.0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Stability, security &amp; infrastructure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51790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release hardens the platform and removes legacy paths.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5603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68102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64208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hardening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32688" y="323697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AlgaPSA rate-limits sign-in and adds a progressive captcha to deter brute-force attempts.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61688" y="228600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36008" y="25603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709" y="268102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85816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OAuth &amp; sessions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54296" y="323697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OAuth callbacks validate CSRF and bind to the tenant; sessions use a sliding expiry.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83296" y="228600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57616" y="25603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317" y="268102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07424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hardening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75904" y="323697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fields are redacted, payloads allowlisted, and permission checks are role-type-aware.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0080" y="42062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4400" y="44805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60126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64208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Temporal-only engine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2688" y="515721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is now the sole workflow engine; the legacy interpreter is removed.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61688" y="42062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36008" y="44805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709" y="460126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85816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public API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4654296" y="515721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grows across KB, assets, tickets, and categories, plus unified full-text search.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083296" y="42062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357616" y="44805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8317" y="4601261"/>
            <a:ext cx="307238" cy="30723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07424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Citus hardening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8375904" y="515721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 side effects move to after-commit and distributed-database operations are hardened.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4DE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alga psa  /  v1.2.0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24712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841248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8A4DE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828" y="969996"/>
            <a:ext cx="327721" cy="3277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841248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— v1.2.0 (build 26)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 catches up with the platform. It can now point at your own server.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14400" y="25603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1" y="26810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64208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Configurable host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932688" y="323697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the app to a self-hosted server by QR code or URL (HTTPS required).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361688" y="228600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36008" y="25603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709" y="26810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85816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Drawer navigation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654296" y="323697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navigation drawer replaces the bottom tabs.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83296" y="228600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357616" y="25603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8317" y="26810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2560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 &amp; contacts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375904" y="323697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 clients and contacts with contact-filtered ticket views.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2062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14400" y="44805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1" y="460126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64208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&amp; schedule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32688" y="515721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current-period time and edit the schedule.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361688" y="42062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636008" y="44805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709" y="4601261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85816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 &amp; filters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4654296" y="515721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and edit ticket tags, filter by tag, and set local reminders.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8083296" y="4206240"/>
            <a:ext cx="3474720" cy="1691640"/>
          </a:xfrm>
          <a:prstGeom prst="roundRect">
            <a:avLst>
              <a:gd name="adj" fmla="val 5405"/>
            </a:avLst>
          </a:prstGeom>
          <a:solidFill>
            <a:srgbClr val="F8F7FC"/>
          </a:solidFill>
          <a:ln w="12700">
            <a:solidFill>
              <a:srgbClr val="E7E3F3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357616" y="44805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8A4DEA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8317" y="4601261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107424" y="4480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handling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8375904" y="5157216"/>
            <a:ext cx="29077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Sign-in expiration behaves better, and the iOS 26 back button is fixed.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A4D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68680"/>
            <a:ext cx="566928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37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Stack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58368" y="26060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BE3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 1.2.0 connects Alga PSA to your RMM, accounting, documentation, chat, and AI. It runs wherever you need it.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37947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631FCC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4069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40CF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4187952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32688" y="46725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2EC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RMM alerts, QuickBooks, Teams, Hudu, and an MCP server.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361688" y="37947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631FCC"/>
          </a:solidFill>
          <a:ln/>
        </p:spPr>
      </p:sp>
      <p:sp>
        <p:nvSpPr>
          <p:cNvPr id="11" name="Shape 7"/>
          <p:cNvSpPr/>
          <p:nvPr/>
        </p:nvSpPr>
        <p:spPr>
          <a:xfrm>
            <a:off x="4636008" y="4069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40CFF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18795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21808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54296" y="46725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2EC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on your own infrastructure with in-app licensing.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083296" y="3794760"/>
            <a:ext cx="3474720" cy="1417320"/>
          </a:xfrm>
          <a:prstGeom prst="roundRect">
            <a:avLst>
              <a:gd name="adj" fmla="val 6452"/>
            </a:avLst>
          </a:prstGeom>
          <a:solidFill>
            <a:srgbClr val="631FCC"/>
          </a:solidFill>
          <a:ln/>
        </p:spPr>
      </p:sp>
      <p:sp>
        <p:nvSpPr>
          <p:cNvPr id="16" name="Shape 11"/>
          <p:cNvSpPr/>
          <p:nvPr/>
        </p:nvSpPr>
        <p:spPr>
          <a:xfrm>
            <a:off x="8357616" y="40690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40CFF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418795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43416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75904" y="46725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2EC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Integration-aware workflows with a persistent data store.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658368" y="5532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CF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github.com/Nine-Minds/alga-psa      ·      www.nineminds.com/alga-psa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Alga PSA v1.2.0 — Connected Stack</dc:title>
  <dc:subject>PptxGenJS Presentation</dc:subject>
  <dc:creator>Nine Minds</dc:creator>
  <cp:lastModifiedBy>Nine Minds</cp:lastModifiedBy>
  <cp:revision>1</cp:revision>
  <dcterms:created xsi:type="dcterms:W3CDTF">2026-06-26T13:06:11Z</dcterms:created>
  <dcterms:modified xsi:type="dcterms:W3CDTF">2026-06-26T13:06:11Z</dcterms:modified>
</cp:coreProperties>
</file>